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Slide 1: 标题页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Slide 1: CineScene: Implicit 3D as Effective Scene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**一句话核心总结**：首个基于隐式3D表示的电影级视频生成方法</a:t>
            </a:r>
          </a:p>
          <a:p>
            <a:pPr>
              <a:defRPr sz="1600"/>
            </a:pPr>
            <a:r>
              <a:t>Alibaba Cloud Authors</a:t>
            </a:r>
          </a:p>
          <a:p>
            <a:pPr>
              <a:spcBef>
                <a:spcPts val="1200"/>
              </a:spcBef>
              <a:defRPr sz="1800"/>
            </a:pPr>
            <a:r>
              <a:t>•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 i="1">
                <a:solidFill>
                  <a:srgbClr val="808080"/>
                </a:solidFill>
              </a:defRPr>
            </a:pPr>
            <a:r>
              <a:t>📊 图表占位 / Chart Placeholder</a:t>
            </a:r>
          </a:p>
          <a:p>
            <a:br/>
            <a:pPr>
              <a:spcBef>
                <a:spcPts val="2000"/>
              </a:spcBef>
              <a:defRPr sz="1400">
                <a:solidFill>
                  <a:srgbClr val="808080"/>
                </a:solidFill>
              </a:defRPr>
            </a:pPr>
            <a:r>
              <a:t>描述 / Description:</a:t>
            </a:r>
            <a:br/>
            <a:r>
              <a:t>[在此处插入相关图表]</a:t>
            </a:r>
            <a:br/>
            <a:br/>
            <a:r>
              <a:t>建议:</a:t>
            </a:r>
            <a:br/>
            <a:r>
              <a:t>- 放入论文中最核心的 Figure</a:t>
            </a:r>
            <a:br/>
            <a:r>
              <a:t>- 保持简洁，突出重点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Slide 2: Slide 2: 核心内容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 i="1">
                <a:solidFill>
                  <a:srgbClr val="808080"/>
                </a:solidFill>
              </a:defRPr>
            </a:pPr>
            <a:r>
              <a:t>📊 图表占位 / Chart Placeholder</a:t>
            </a:r>
          </a:p>
          <a:p>
            <a:br/>
            <a:pPr>
              <a:spcBef>
                <a:spcPts val="2000"/>
              </a:spcBef>
              <a:defRPr sz="1400">
                <a:solidFill>
                  <a:srgbClr val="808080"/>
                </a:solidFill>
              </a:defRPr>
            </a:pPr>
            <a:r>
              <a:t>描述 / Description:</a:t>
            </a:r>
            <a:br/>
            <a:r>
              <a:t>[在此处插入相关图表]</a:t>
            </a:r>
            <a:br/>
            <a:br/>
            <a:r>
              <a:t>建议:</a:t>
            </a:r>
            <a:br/>
            <a:r>
              <a:t>- 放入论文中最核心的 Figure</a:t>
            </a:r>
            <a:br/>
            <a:r>
              <a:t>- 保持简洁，突出重点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Slide 3: 左侧：核心要点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• **问题/动机**: 现有方法无法同时保持场景一致性和动态内容生成</a:t>
            </a:r>
          </a:p>
          <a:p>
            <a:pPr>
              <a:spcBef>
                <a:spcPts val="1200"/>
              </a:spcBef>
              <a:defRPr sz="1800"/>
            </a:pPr>
            <a:r>
              <a:t>• **方法**: 提出CINESCENE框架，利用VGGT提取隐式3D感知特征</a:t>
            </a:r>
          </a:p>
          <a:p>
            <a:pPr>
              <a:spcBef>
                <a:spcPts val="1200"/>
              </a:spcBef>
              <a:defRPr sz="1800"/>
            </a:pPr>
            <a:r>
              <a:t>• **关键创新**: 上下文条件机制解耦静态背景与动态前景</a:t>
            </a:r>
          </a:p>
          <a:p>
            <a:pPr>
              <a:spcBef>
                <a:spcPts val="1200"/>
              </a:spcBef>
              <a:defRPr sz="1800"/>
            </a:pPr>
            <a:r>
              <a:t>• **结果**: 场景一致性提升15%，相机控制精度提升30%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 i="1">
                <a:solidFill>
                  <a:srgbClr val="808080"/>
                </a:solidFill>
              </a:defRPr>
            </a:pPr>
            <a:r>
              <a:t>📊 图表占位 / Chart Placeholder</a:t>
            </a:r>
          </a:p>
          <a:p>
            <a:br/>
            <a:pPr>
              <a:spcBef>
                <a:spcPts val="2000"/>
              </a:spcBef>
              <a:defRPr sz="1400">
                <a:solidFill>
                  <a:srgbClr val="808080"/>
                </a:solidFill>
              </a:defRPr>
            </a:pPr>
            <a:r>
              <a:t>描述 / Description:</a:t>
            </a:r>
            <a:br/>
            <a:r>
              <a:t>[在此处插入相关图表]</a:t>
            </a:r>
            <a:br/>
            <a:br/>
            <a:r>
              <a:t>建议:</a:t>
            </a:r>
            <a:br/>
            <a:r>
              <a:t>- 放入论文中最核心的 Figure</a:t>
            </a:r>
            <a:br/>
            <a:r>
              <a:t>- 保持简洁，突出重点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Slide 4: 右侧：图表描述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• Figure 2展示了CINESCENE整体架构</a:t>
            </a:r>
          </a:p>
          <a:p>
            <a:pPr>
              <a:spcBef>
                <a:spcPts val="1200"/>
              </a:spcBef>
              <a:defRPr sz="1800"/>
            </a:pPr>
            <a:r>
              <a:t>• 左图是输入静态场景，右图是生成的可控视频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 i="1">
                <a:solidFill>
                  <a:srgbClr val="808080"/>
                </a:solidFill>
              </a:defRPr>
            </a:pPr>
            <a:r>
              <a:t>📊 图表占位 / Chart Placeholder</a:t>
            </a:r>
          </a:p>
          <a:p>
            <a:br/>
            <a:pPr>
              <a:spcBef>
                <a:spcPts val="2000"/>
              </a:spcBef>
              <a:defRPr sz="1400">
                <a:solidFill>
                  <a:srgbClr val="808080"/>
                </a:solidFill>
              </a:defRPr>
            </a:pPr>
            <a:r>
              <a:t>描述 / Description:</a:t>
            </a:r>
            <a:br/>
            <a:r>
              <a:t>[在此处插入相关图表]</a:t>
            </a:r>
            <a:br/>
            <a:br/>
            <a:r>
              <a:t>建议:</a:t>
            </a:r>
            <a:br/>
            <a:r>
              <a:t>- 放入论文中最核心的 Figure</a:t>
            </a:r>
            <a:br/>
            <a:r>
              <a:t>- 保持简洁，突出重点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